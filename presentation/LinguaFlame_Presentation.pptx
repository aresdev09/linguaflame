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AI-тренер, который возвращает к английскому каждый день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Контента много, а цикла нет: люди не видят пробел, не получают быструю обратную связь и бросают.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шага: диагностика, короткая практика, обратная связь и привычка — в одном Telegram-боте.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ключевых экрана: CEFR-результат, пошаговый урок и IELTS-разбор эссе.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сценариев покрывают весь путь — от онбординга до статистики и возврата после пропуска.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Async-слои, PostgreSQL, Redis, APScheduler и AI-клиент с fallback. Каждый слой можно тестировать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считается по взвешенному баллу: сложные вопросы дороже, скорость даёт бонус, согласованность может поднять итог.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Streak и напоминания построены вокруг следующего действия, а не вокруг идеального урока. Максимум два сообщения в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253 теста, 74% покрытия, Ruff, Alembic и проверенный live-запрос к NVIDIA 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Стартовый стек без фиксированных затрат: Wispbyte, Supabase и Upstash. Есть graceful degradation.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удержание и адаптивность, затем speaking, кабинет учителя и B2B.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Работающий продукт, который можно открыть в Telegram и пройти путь пользователя.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LinguaFlame — AI English Coach</dc:title>
  <dc:subject>Product pitch deck</dc:subject>
  <dc:creator>aresdev09</dc:creator>
  <cp:keywords/>
  <dc:description>Generated from the LinguaFlame repository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