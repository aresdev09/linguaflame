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LinguaFlame is an AI English coach in Telegram that measures the level, drives daily practice and brings the learner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plenty of content but no loop: people cannot see their gap, do not get fast feedback, and quit.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steps - diagnose, short practice, feedback, habit - inside a single Telegram 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key screens: the CEFR result, the step-by-step lesson and the IELTS essay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flows cover the whole path - from onboarding to stats and returning after a missed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 layers, PostgreSQL, Redis, APScheduler and an AI client with fallback. Every layer is testable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level uses a weighted score: harder questions are worth more, speed adds a bonus, consistency can lift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Streaks and reminders are built around the next action, not around a perfect lesson. At most two messages a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253 tests, 74% coverage, Ruff, Alembic migrations and a verified live request to NVIDIA NIM.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working product that can be opened in Telegram and walked through as a learner.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LinguaFlame - AI English Coach</dc:title>
  <dc:subject>Product pitch deck</dc:subject>
  <dc:creator>Javokhir Kavulzhanov</dc:creator>
  <cp:keywords/>
  <dc:description>Generated from the LinguaFlame repository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